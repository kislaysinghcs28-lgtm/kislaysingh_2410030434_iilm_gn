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A56"/>
          </a:solidFill>
          <a:ln w="12700">
            <a:solidFill>
              <a:srgbClr val="08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EF7D18"/>
          </a:solidFill>
          <a:ln w="12700">
            <a:solidFill>
              <a:srgbClr val="EF7D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06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Internship Report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931920"/>
            <a:ext cx="11274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KISLAY SINGH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(Computer Science and Engineering)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June 2026  |  8 Weeks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82A56"/>
          </a:solidFill>
          <a:ln w="12700">
            <a:solidFill>
              <a:srgbClr val="082A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Program Overview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355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Kislay Singh  |  IILM University, Greater Noida  |  Data Science Master Internship  • 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349240" cy="2926080"/>
          </a:xfrm>
          <a:prstGeom prst="roundRect">
            <a:avLst>
              <a:gd name="adj" fmla="val 7813"/>
            </a:avLst>
          </a:prstGeom>
          <a:solidFill>
            <a:srgbClr val="F5F8FD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91440" cy="2651760"/>
          </a:xfrm>
          <a:prstGeom prst="rect">
            <a:avLst/>
          </a:prstGeom>
          <a:solidFill>
            <a:srgbClr val="082A56"/>
          </a:solidFill>
          <a:ln w="12700">
            <a:solidFill>
              <a:srgbClr val="082A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73736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Details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Kislay Singh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Degree: B.Tech (Computer Science and Engineering)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 IILM University, Greater Noida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Batch: 2026–2027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212080" cy="2926080"/>
          </a:xfrm>
          <a:prstGeom prst="roundRect">
            <a:avLst>
              <a:gd name="adj" fmla="val 7813"/>
            </a:avLst>
          </a:prstGeom>
          <a:solidFill>
            <a:srgbClr val="F5F8FD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691640"/>
            <a:ext cx="91440" cy="2651760"/>
          </a:xfrm>
          <a:prstGeom prst="rect">
            <a:avLst/>
          </a:prstGeom>
          <a:solidFill>
            <a:srgbClr val="EF7D18"/>
          </a:solidFill>
          <a:ln w="12700">
            <a:solidFill>
              <a:srgbClr val="EF7D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173736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Profile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AICTE – EduSkills Virtual Internship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Domain: Siemens Data Science Master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8 Weeks (April – June 2026)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Student ID: STU699804c3be2561771570371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82A56"/>
          </a:solidFill>
          <a:ln w="12700">
            <a:solidFill>
              <a:srgbClr val="082A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Organization Context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355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Kislay Singh  |  IILM University, Greater Noida  |  Data Science Master Internship  • 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is the organization identified on the internship offer letter and completion certificate.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 is presented as an AICTE – EduSkills Virtual Internship and carries Ministry of Education, AICTE and National Internship Portal branding.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completion certificate identifies SIEMENS as the supporting organization for the Data Science Master Virtual Internship.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confirms successful completion of the 8-week internship during April–June 2026.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82A56"/>
          </a:solidFill>
          <a:ln w="12700">
            <a:solidFill>
              <a:srgbClr val="082A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Context &amp; Purpose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355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Kislay Singh  |  IILM University, Greater Noida  |  Data Science Master Internship  • 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303520" cy="2743200"/>
          </a:xfrm>
          <a:prstGeom prst="roundRect">
            <a:avLst>
              <a:gd name="adj" fmla="val 8333"/>
            </a:avLst>
          </a:prstGeom>
          <a:solidFill>
            <a:srgbClr val="F5F8FD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91440" cy="2468880"/>
          </a:xfrm>
          <a:prstGeom prst="rect">
            <a:avLst/>
          </a:prstGeom>
          <a:solidFill>
            <a:srgbClr val="082A56"/>
          </a:solidFill>
          <a:ln w="12700">
            <a:solidFill>
              <a:srgbClr val="082A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7373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Industry-Relevant Learning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 letter states that the internship is designed to provide industry-relevant skills and strengthen confidence in the subject area.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212080" cy="2743200"/>
          </a:xfrm>
          <a:prstGeom prst="roundRect">
            <a:avLst>
              <a:gd name="adj" fmla="val 8333"/>
            </a:avLst>
          </a:prstGeom>
          <a:solidFill>
            <a:srgbClr val="F5F8FD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691640"/>
            <a:ext cx="91440" cy="2468880"/>
          </a:xfrm>
          <a:prstGeom prst="rect">
            <a:avLst/>
          </a:prstGeom>
          <a:solidFill>
            <a:srgbClr val="EF7D18"/>
          </a:solidFill>
          <a:ln w="12700">
            <a:solidFill>
              <a:srgbClr val="EF7D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173736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Exposure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 combines structured learning with practical exposure, giving the student an opportunity to connect academic knowledge with applied learning.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82A56"/>
          </a:solidFill>
          <a:ln w="12700">
            <a:solidFill>
              <a:srgbClr val="082A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Structure &amp; Evaluation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355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Kislay Singh  |  IILM University, Greater Noida  |  Data Science Master Internship  • 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349240" cy="1325880"/>
          </a:xfrm>
          <a:prstGeom prst="roundRect">
            <a:avLst>
              <a:gd name="adj" fmla="val 17241"/>
            </a:avLst>
          </a:prstGeom>
          <a:solidFill>
            <a:srgbClr val="F5F8FD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91440" cy="1051560"/>
          </a:xfrm>
          <a:prstGeom prst="rect">
            <a:avLst/>
          </a:prstGeom>
          <a:solidFill>
            <a:srgbClr val="082A56"/>
          </a:solidFill>
          <a:ln w="12700">
            <a:solidFill>
              <a:srgbClr val="082A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4592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Week-wise Plan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follows a structured week-wise learning plan.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212080" cy="1325880"/>
          </a:xfrm>
          <a:prstGeom prst="roundRect">
            <a:avLst>
              <a:gd name="adj" fmla="val 17241"/>
            </a:avLst>
          </a:prstGeom>
          <a:solidFill>
            <a:srgbClr val="F5F8FD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600200"/>
            <a:ext cx="91440" cy="1051560"/>
          </a:xfrm>
          <a:prstGeom prst="rect">
            <a:avLst/>
          </a:prstGeom>
          <a:solidFill>
            <a:srgbClr val="EF7D18"/>
          </a:solidFill>
          <a:ln w="12700">
            <a:solidFill>
              <a:srgbClr val="EF7D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16459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Assessments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assessments track progress and understanding.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5349240" cy="1325880"/>
          </a:xfrm>
          <a:prstGeom prst="roundRect">
            <a:avLst>
              <a:gd name="adj" fmla="val 17241"/>
            </a:avLst>
          </a:prstGeom>
          <a:solidFill>
            <a:srgbClr val="F5F8FD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154680"/>
            <a:ext cx="91440" cy="1051560"/>
          </a:xfrm>
          <a:prstGeom prst="rect">
            <a:avLst/>
          </a:prstGeom>
          <a:solidFill>
            <a:srgbClr val="082A56"/>
          </a:solidFill>
          <a:ln w="12700">
            <a:solidFill>
              <a:srgbClr val="082A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2004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modules require project documentation and assignments.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63640" y="3017520"/>
            <a:ext cx="5212080" cy="1325880"/>
          </a:xfrm>
          <a:prstGeom prst="roundRect">
            <a:avLst>
              <a:gd name="adj" fmla="val 17241"/>
            </a:avLst>
          </a:prstGeom>
          <a:solidFill>
            <a:srgbClr val="F5F8FD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3154680"/>
            <a:ext cx="91440" cy="1051560"/>
          </a:xfrm>
          <a:prstGeom prst="rect">
            <a:avLst/>
          </a:prstGeom>
          <a:solidFill>
            <a:srgbClr val="EF7D18"/>
          </a:solidFill>
          <a:ln w="12700">
            <a:solidFill>
              <a:srgbClr val="EF7D1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9400" y="320040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Assessment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week includes a Final Assessment Test.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5349240" cy="1325880"/>
          </a:xfrm>
          <a:prstGeom prst="roundRect">
            <a:avLst>
              <a:gd name="adj" fmla="val 17241"/>
            </a:avLst>
          </a:prstGeom>
          <a:solidFill>
            <a:srgbClr val="F5F8FD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709160"/>
            <a:ext cx="91440" cy="1051560"/>
          </a:xfrm>
          <a:prstGeom prst="rect">
            <a:avLst/>
          </a:prstGeom>
          <a:solidFill>
            <a:srgbClr val="082A56"/>
          </a:solidFill>
          <a:ln w="12700">
            <a:solidFill>
              <a:srgbClr val="082A5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97280" y="475488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Evaluation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grade is based on weekly assessments, project submissions and the final test.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82A56"/>
          </a:solidFill>
          <a:ln w="12700">
            <a:solidFill>
              <a:srgbClr val="082A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Journey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355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Kislay Singh  |  IILM University, Greater Noida  |  Data Science Master Internship  • 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80160" y="1600200"/>
            <a:ext cx="3063240" cy="1737360"/>
          </a:xfrm>
          <a:prstGeom prst="roundRect">
            <a:avLst>
              <a:gd name="adj" fmla="val 11579"/>
            </a:avLst>
          </a:prstGeom>
          <a:solidFill>
            <a:srgbClr val="F5F8FD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554480"/>
            <a:ext cx="594360" cy="594360"/>
          </a:xfrm>
          <a:prstGeom prst="ellipse">
            <a:avLst/>
          </a:prstGeom>
          <a:solidFill>
            <a:srgbClr val="EF7D18"/>
          </a:solidFill>
          <a:ln w="12700">
            <a:solidFill>
              <a:srgbClr val="EF7D1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7373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Learning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week-wise internship plan.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37760" y="1600200"/>
            <a:ext cx="3063240" cy="1737360"/>
          </a:xfrm>
          <a:prstGeom prst="roundRect">
            <a:avLst>
              <a:gd name="adj" fmla="val 11579"/>
            </a:avLst>
          </a:prstGeom>
          <a:solidFill>
            <a:srgbClr val="F5F8FD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554480"/>
            <a:ext cx="594360" cy="594360"/>
          </a:xfrm>
          <a:prstGeom prst="ellipse">
            <a:avLst/>
          </a:prstGeom>
          <a:solidFill>
            <a:srgbClr val="EF7D18"/>
          </a:solidFill>
          <a:ln w="12700">
            <a:solidFill>
              <a:srgbClr val="EF7D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7373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Exposure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concepts through practical exposure.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595360" y="1600200"/>
            <a:ext cx="3063240" cy="1737360"/>
          </a:xfrm>
          <a:prstGeom prst="roundRect">
            <a:avLst>
              <a:gd name="adj" fmla="val 11579"/>
            </a:avLst>
          </a:prstGeom>
          <a:solidFill>
            <a:srgbClr val="F5F8FD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554480"/>
            <a:ext cx="594360" cy="594360"/>
          </a:xfrm>
          <a:prstGeom prst="ellipse">
            <a:avLst/>
          </a:prstGeom>
          <a:solidFill>
            <a:srgbClr val="EF7D18"/>
          </a:solidFill>
          <a:ln w="12700">
            <a:solidFill>
              <a:srgbClr val="EF7D1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17373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weekly assessments.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280160" y="3840480"/>
            <a:ext cx="3063240" cy="1737360"/>
          </a:xfrm>
          <a:prstGeom prst="roundRect">
            <a:avLst>
              <a:gd name="adj" fmla="val 11579"/>
            </a:avLst>
          </a:prstGeom>
          <a:solidFill>
            <a:srgbClr val="F5F8FD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794760"/>
            <a:ext cx="594360" cy="594360"/>
          </a:xfrm>
          <a:prstGeom prst="ellipse">
            <a:avLst/>
          </a:prstGeom>
          <a:solidFill>
            <a:srgbClr val="EF7D18"/>
          </a:solidFill>
          <a:ln w="12700">
            <a:solidFill>
              <a:srgbClr val="EF7D1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9776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required project documentation and assignments.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937760" y="3840480"/>
            <a:ext cx="3063240" cy="1737360"/>
          </a:xfrm>
          <a:prstGeom prst="roundRect">
            <a:avLst>
              <a:gd name="adj" fmla="val 11579"/>
            </a:avLst>
          </a:prstGeom>
          <a:solidFill>
            <a:srgbClr val="F5F8FD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3794760"/>
            <a:ext cx="594360" cy="594360"/>
          </a:xfrm>
          <a:prstGeom prst="ellipse">
            <a:avLst/>
          </a:prstGeom>
          <a:solidFill>
            <a:srgbClr val="EF7D18"/>
          </a:solidFill>
          <a:ln w="12700">
            <a:solidFill>
              <a:srgbClr val="EF7D1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39776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 for the Final Assessment Test.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595360" y="3840480"/>
            <a:ext cx="3063240" cy="1737360"/>
          </a:xfrm>
          <a:prstGeom prst="roundRect">
            <a:avLst>
              <a:gd name="adj" fmla="val 11579"/>
            </a:avLst>
          </a:prstGeom>
          <a:solidFill>
            <a:srgbClr val="F5F8FD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0" y="3794760"/>
            <a:ext cx="594360" cy="594360"/>
          </a:xfrm>
          <a:prstGeom prst="ellipse">
            <a:avLst/>
          </a:prstGeom>
          <a:solidFill>
            <a:srgbClr val="EF7D18"/>
          </a:solidFill>
          <a:ln w="12700">
            <a:solidFill>
              <a:srgbClr val="EF7D1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23960" y="39776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the Virtual Internship Certificate after successful completion.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82A56"/>
          </a:solidFill>
          <a:ln w="12700">
            <a:solidFill>
              <a:srgbClr val="082A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Learning Outcomes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355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Kislay Singh  |  IILM University, Greater Noida  |  Data Science Master Internship  •  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understanding of the Data Science Master learning domain.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ability to connect structured learning with practical exposure.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consistency in completing assessments and technical assignments.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in documenting project-related work in a formal manner.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confidence in presenting and evaluating technical learning.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applying data science knowledge in future academic projects.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82A56"/>
          </a:solidFill>
          <a:ln w="12700">
            <a:solidFill>
              <a:srgbClr val="082A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Internship Documents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355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Kislay Singh  |  IILM University, Greater Noida  |  Data Science Master Internship  •  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 and Completion Certificate</a:t>
            </a:r>
            <a:endParaRPr lang="en-US" sz="1600" dirty="0"/>
          </a:p>
        </p:txBody>
      </p:sp>
      <p:pic>
        <p:nvPicPr>
          <p:cNvPr id="6" name="Image 0" descr="Internship offer letter for Kislay Sing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4618" y="1508760"/>
            <a:ext cx="3071218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474618" y="1508760"/>
            <a:ext cx="3071218" cy="4343400"/>
          </a:xfrm>
          <a:prstGeom prst="rect">
            <a:avLst/>
          </a:prstGeom>
          <a:ln w="9525">
            <a:solidFill>
              <a:srgbClr val="C9D1E0"/>
            </a:solidFill>
            <a:prstDash val="solid"/>
          </a:ln>
        </p:spPr>
      </p:sp>
      <p:pic>
        <p:nvPicPr>
          <p:cNvPr id="8" name="Image 1" descr="Certificate of virtual internship for Kislay Sing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1508760"/>
            <a:ext cx="3071218" cy="43434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017418" y="5925312"/>
            <a:ext cx="3985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OFFER LETTER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185916" y="5925312"/>
            <a:ext cx="3985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VIRTUAL INTERNSHIP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82A56"/>
          </a:solidFill>
          <a:ln w="12700">
            <a:solidFill>
              <a:srgbClr val="082A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Verification Details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355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Kislay Singh  |  IILM University, Greater Noida  |  Data Science Master Internship  • 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349240" cy="3017520"/>
          </a:xfrm>
          <a:prstGeom prst="roundRect">
            <a:avLst>
              <a:gd name="adj" fmla="val 7576"/>
            </a:avLst>
          </a:prstGeom>
          <a:solidFill>
            <a:srgbClr val="F5F8FD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91440" cy="2743200"/>
          </a:xfrm>
          <a:prstGeom prst="rect">
            <a:avLst/>
          </a:prstGeom>
          <a:solidFill>
            <a:srgbClr val="EF7D18"/>
          </a:solidFill>
          <a:ln w="12700">
            <a:solidFill>
              <a:srgbClr val="EF7D1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73736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No.: C16Y2026M101402094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Domain: Siemens Data Science Master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April 2026 – June 2026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Student ID: STU699804c3be2561771570371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212080" cy="3017520"/>
          </a:xfrm>
          <a:prstGeom prst="roundRect">
            <a:avLst>
              <a:gd name="adj" fmla="val 7576"/>
            </a:avLst>
          </a:prstGeom>
          <a:solidFill>
            <a:srgbClr val="F5F8FD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691640"/>
            <a:ext cx="91440" cy="2743200"/>
          </a:xfrm>
          <a:prstGeom prst="rect">
            <a:avLst/>
          </a:prstGeom>
          <a:solidFill>
            <a:srgbClr val="082A56"/>
          </a:solidFill>
          <a:ln w="12700">
            <a:solidFill>
              <a:srgbClr val="082A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173736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Certificate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Certificate: Data Science Master Virtual Internship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Kislay Singh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 IILM University, Greater Noida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by: SIEMENS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ID: 42e6a8bf3786452c87f0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STU699804c3be2561771570371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EF7D18"/>
          </a:solidFill>
          <a:ln w="12700">
            <a:solidFill>
              <a:srgbClr val="EF7D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0312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8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0"/>
            <a:ext cx="11274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KISLAY SINGH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(Computer Science and Engineering)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| April – June 2026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Kislay Singh - Data Science Master Virtual Internship Report</dc:title>
  <dc:subject>PptxGenJS Presentation</dc:subject>
  <dc:creator>Kislay Singh</dc:creator>
  <cp:lastModifiedBy>Kislay Singh</cp:lastModifiedBy>
  <cp:revision>1</cp:revision>
  <dcterms:created xsi:type="dcterms:W3CDTF">2026-10-21T04:34:36Z</dcterms:created>
  <dcterms:modified xsi:type="dcterms:W3CDTF">2026-10-21T04:34:36Z</dcterms:modified>
</cp:coreProperties>
</file>